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Host Grotesk Medium"/>
      <p:regular r:id="rId11"/>
    </p:embeddedFont>
    <p:embeddedFont>
      <p:font typeface="Host Grotesk Medium"/>
      <p:regular r:id="rId12"/>
    </p:embeddedFont>
    <p:embeddedFont>
      <p:font typeface="Host Grotesk Medium"/>
      <p:regular r:id="rId13"/>
    </p:embeddedFont>
    <p:embeddedFont>
      <p:font typeface="Host Grotesk Medium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193375"/>
            <a:ext cx="118787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Mastering Recursion and User Input in Python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355783"/>
            <a:ext cx="130428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will guide you through understanding and debugging recursion errors, handling user input effectively, and tips for debugging common Python issues.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73568"/>
            <a:ext cx="2429232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941552"/>
            <a:ext cx="215705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FUNDAMENTALS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72439"/>
            <a:ext cx="653510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Understanding Recursion Errors</a:t>
            </a:r>
            <a:endParaRPr lang="en-US" sz="3550" dirty="0"/>
          </a:p>
        </p:txBody>
      </p:sp>
      <p:sp>
        <p:nvSpPr>
          <p:cNvPr id="5" name="Shape 3"/>
          <p:cNvSpPr/>
          <p:nvPr/>
        </p:nvSpPr>
        <p:spPr>
          <a:xfrm>
            <a:off x="793790" y="3279577"/>
            <a:ext cx="4196358" cy="3076456"/>
          </a:xfrm>
          <a:prstGeom prst="roundRect">
            <a:avLst>
              <a:gd name="adj" fmla="val 4756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10" y="3279577"/>
            <a:ext cx="121920" cy="3076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2524" y="3536871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The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4050149"/>
            <a:ext cx="3590330" cy="2048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recursive function calls itself too many times without reaching a base case, Python raises a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RecursionError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This often indicates an infinite loop in your code.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3279577"/>
            <a:ext cx="4196358" cy="3076456"/>
          </a:xfrm>
          <a:prstGeom prst="roundRect">
            <a:avLst>
              <a:gd name="adj" fmla="val 4756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482" y="3279577"/>
            <a:ext cx="121920" cy="3076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65696" y="35368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Traceback Analysis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565696" y="4027289"/>
            <a:ext cx="3590330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traceback shows the function call stack. A long sequence of repeated calls to the same function is a clear sign of excessive recursion, often nearly 3000 frames deep before the error.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3279577"/>
            <a:ext cx="4196358" cy="3076456"/>
          </a:xfrm>
          <a:prstGeom prst="roundRect">
            <a:avLst>
              <a:gd name="adj" fmla="val 4756"/>
            </a:avLst>
          </a:prstGeom>
          <a:solidFill>
            <a:srgbClr val="FAF9F5"/>
          </a:solidFill>
          <a:ln w="30480">
            <a:solidFill>
              <a:srgbClr val="BFD3D8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653" y="3279577"/>
            <a:ext cx="121920" cy="3076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988868" y="35368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Identifying the Cause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988868" y="4027289"/>
            <a:ext cx="3590330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ensure your recursive function has a defined base case that stops the recursion. Also, verify that the function's execution flow guarantees reaching this base case.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60471"/>
            <a:ext cx="2395538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928455"/>
            <a:ext cx="212336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PROGRAMS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359343"/>
            <a:ext cx="6613684" cy="60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Handling User Input with 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304580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4155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Basic Input Capture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4645462"/>
            <a:ext cx="4158615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built-in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pauses your program, waiting for user text. It returns whatever the user types as a string after they press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3304580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4155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Prompting Users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4645462"/>
            <a:ext cx="4158615" cy="137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You can provide a message as an argument to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guide the user. Use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a newline character to position the user's input clearly below the prompt.</a:t>
            </a:r>
            <a:endParaRPr lang="en-US" sz="17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304580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41550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Type Conversion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4645462"/>
            <a:ext cx="4158615" cy="1723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you expect numeric input, convert the returned string using functions like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or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float()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Be aware that incorrect input types will lead to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runtime errors.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6316" y="993934"/>
            <a:ext cx="1647230" cy="358854"/>
          </a:xfrm>
          <a:prstGeom prst="roundRect">
            <a:avLst>
              <a:gd name="adj" fmla="val 18679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1125974" y="1053703"/>
            <a:ext cx="1407914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SOLVING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06316" y="1432560"/>
            <a:ext cx="5625584" cy="498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Effective Debugging Strategies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1006316" y="2409825"/>
            <a:ext cx="6720602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Debugging can be challenging, but understanding error messages is key.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06316" y="2888575"/>
            <a:ext cx="6720602" cy="613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Error Type: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What kind of error is it? (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ValueError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etc.)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06316" y="3572232"/>
            <a:ext cx="6720602" cy="598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Where did the error occur? The line number in the traceback is crucial, but remember the actual problem might be earlier.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6316" y="4240649"/>
            <a:ext cx="6720602" cy="60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Invisible Characters: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Spaces and tabs, especially in Python, can cause 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IndentationError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 that are hard to spot because they are invisible.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06316" y="4916686"/>
            <a:ext cx="6720602" cy="897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Misleading Tracebacks: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Error messages indicate where an issue was </a:t>
            </a:r>
            <a:pPr algn="l" indent="0" marL="0">
              <a:lnSpc>
                <a:spcPts val="2350"/>
              </a:lnSpc>
              <a:buNone/>
            </a:pPr>
            <a:r>
              <a:rPr lang="en-US" sz="15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discovered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necessarily where it </a:t>
            </a:r>
            <a:pPr algn="l" indent="0" marL="0">
              <a:lnSpc>
                <a:spcPts val="2350"/>
              </a:lnSpc>
              <a:buNone/>
            </a:pPr>
            <a:r>
              <a:rPr lang="en-US" sz="1550" i="1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originated</a:t>
            </a:r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Always review preceding lines.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1266" y="2409825"/>
            <a:ext cx="5410200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1006316" y="6108740"/>
            <a:ext cx="12617648" cy="1126927"/>
          </a:xfrm>
          <a:prstGeom prst="roundRect">
            <a:avLst>
              <a:gd name="adj" fmla="val 7435"/>
            </a:avLst>
          </a:prstGeom>
          <a:solidFill>
            <a:srgbClr val="C6E4E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5746" y="6396752"/>
            <a:ext cx="249317" cy="19943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54493" y="6357938"/>
            <a:ext cx="11770043" cy="598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read error messages carefully and consider the context. Don't assume the stated line number is the exact source of the problem.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2026-01-15T05:30:23Z</dcterms:created>
  <dcterms:modified xsi:type="dcterms:W3CDTF">2026-01-15T05:30:23Z</dcterms:modified>
</cp:coreProperties>
</file>