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Host Grotesk Medium"/>
      <p:regular r:id="rId16"/>
    </p:embeddedFon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Host Grotesk Medium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95719"/>
            <a:ext cx="118079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Functions &amp; Refactoring: Building Better Code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58126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explores how functions can enhance code organization and reusability, focusing on refactoring techniques to improve existing programs.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993600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We'll cover core concepts like interface design, generalization, and the importance of clear documentation.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3550"/>
            <a:ext cx="42638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REFACTORING WITH FUNCTIONS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478042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Arc &amp; Circle</a:t>
            </a:r>
            <a:endParaRPr lang="en-US" sz="8900" dirty="0"/>
          </a:p>
        </p:txBody>
      </p:sp>
      <p:sp>
        <p:nvSpPr>
          <p:cNvPr id="4" name="Shape 2"/>
          <p:cNvSpPr/>
          <p:nvPr/>
        </p:nvSpPr>
        <p:spPr>
          <a:xfrm>
            <a:off x="793790" y="3235881"/>
            <a:ext cx="6407944" cy="4210169"/>
          </a:xfrm>
          <a:prstGeom prst="roundRect">
            <a:avLst>
              <a:gd name="adj" fmla="val 226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470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Defining an Arc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960733"/>
            <a:ext cx="5939076" cy="208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arc(radius, angle):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arc_length = 2 * math.pi * radius * angle / 360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n = 30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length = arc_length / n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step_angle = angle / n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polyline(n, length, step_angle)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224" y="6183511"/>
            <a:ext cx="5939076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arc is a segment of a circle. This function calculates the arc's length and then uses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polyline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draw it in small segments.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235881"/>
            <a:ext cx="6408063" cy="4210169"/>
          </a:xfrm>
          <a:prstGeom prst="roundRect">
            <a:avLst>
              <a:gd name="adj" fmla="val 226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2982" y="3470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Redefining a Circle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62982" y="3960733"/>
            <a:ext cx="5939195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circle(radius):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arc(radius, 360)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662982" y="4792385"/>
            <a:ext cx="5939195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utilizing the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arc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function, we can now define a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an arc that spans 360 degrees. This simplifies the circle's implementation significantly.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167" y="763786"/>
            <a:ext cx="3833574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POWER OF REFACTORING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6167" y="1434108"/>
            <a:ext cx="13098066" cy="1888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00"/>
              </a:lnSpc>
              <a:buNone/>
            </a:pPr>
            <a:r>
              <a:rPr lang="en-US" sz="5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Improving Code Without Changing Behavior</a:t>
            </a:r>
            <a:endParaRPr lang="en-US" sz="5900" dirty="0"/>
          </a:p>
        </p:txBody>
      </p:sp>
      <p:sp>
        <p:nvSpPr>
          <p:cNvPr id="4" name="Text 2"/>
          <p:cNvSpPr/>
          <p:nvPr/>
        </p:nvSpPr>
        <p:spPr>
          <a:xfrm>
            <a:off x="766167" y="3650813"/>
            <a:ext cx="13098066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Refactoring is the process of restructuring existing computer code—changing the factoring—without changing its external behavior. It's about making the code cleaner, more readable, and easier to maintain.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6167" y="4553783"/>
            <a:ext cx="6439614" cy="2911912"/>
          </a:xfrm>
          <a:prstGeom prst="roundRect">
            <a:avLst>
              <a:gd name="adj" fmla="val 5024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687" y="4553783"/>
            <a:ext cx="121920" cy="2911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6924" y="4803100"/>
            <a:ext cx="3283744" cy="410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Why Refactor?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106924" y="5344835"/>
            <a:ext cx="5849541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readability and understanding.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06924" y="5749766"/>
            <a:ext cx="5849541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complexity and potential for bugs.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06924" y="6154698"/>
            <a:ext cx="5849541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maintainability and extensibility.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06924" y="6559629"/>
            <a:ext cx="5849541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Often a sign of deeper understanding of the problem domain.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424618" y="4553783"/>
            <a:ext cx="6439614" cy="2911912"/>
          </a:xfrm>
          <a:prstGeom prst="roundRect">
            <a:avLst>
              <a:gd name="adj" fmla="val 5024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138" y="4553783"/>
            <a:ext cx="121920" cy="2911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65375" y="4803100"/>
            <a:ext cx="3283744" cy="410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When to Refactor?</a:t>
            </a:r>
            <a:endParaRPr lang="en-US" sz="2550" dirty="0"/>
          </a:p>
        </p:txBody>
      </p:sp>
      <p:sp>
        <p:nvSpPr>
          <p:cNvPr id="15" name="Text 11"/>
          <p:cNvSpPr/>
          <p:nvPr/>
        </p:nvSpPr>
        <p:spPr>
          <a:xfrm>
            <a:off x="7765375" y="5344835"/>
            <a:ext cx="5849541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gain new insights into the problem.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765375" y="5749766"/>
            <a:ext cx="5849541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code becomes difficult to understand or modify.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765375" y="6154698"/>
            <a:ext cx="5849541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adding new features to ensure a solid foundation.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765375" y="6559629"/>
            <a:ext cx="5849541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Regularly, as part of a development plan.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0006" y="468035"/>
            <a:ext cx="3001685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VISUALIZING FUNCTION CALLS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950006" y="987504"/>
            <a:ext cx="7773114" cy="731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4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Understanding the Call Stack</a:t>
            </a:r>
            <a:endParaRPr lang="en-US" sz="4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006" y="1973580"/>
            <a:ext cx="10730270" cy="4706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01868" y="5652691"/>
            <a:ext cx="1621742" cy="290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circle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01868" y="6025662"/>
            <a:ext cx="1621742" cy="232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radius, angle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353760" y="5420391"/>
            <a:ext cx="1621742" cy="290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polyline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353760" y="5793362"/>
            <a:ext cx="1621742" cy="46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n, length, step_angle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82706" y="2396623"/>
            <a:ext cx="1621743" cy="29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Main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682706" y="2769593"/>
            <a:ext cx="1621743" cy="23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calls circle()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13949" y="2396623"/>
            <a:ext cx="1621743" cy="29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arc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13949" y="2769593"/>
            <a:ext cx="1621743" cy="46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radius, angle, step_angle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04442" y="7061954"/>
            <a:ext cx="10475833" cy="50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Parameters are local, meaning you can use the same parameter name in different functions; it’s a different variable in each function, and it can refer to a different value.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950006" y="6871216"/>
            <a:ext cx="22860" cy="890349"/>
          </a:xfrm>
          <a:prstGeom prst="rect">
            <a:avLst/>
          </a:prstGeom>
          <a:solidFill>
            <a:srgbClr val="95CCD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4524" y="1141214"/>
            <a:ext cx="485322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 GUIDED APPROACH TO PROGRAMMING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4524" y="1757124"/>
            <a:ext cx="12696111" cy="867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5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Encapsulation &amp; Generalization Plan</a:t>
            </a:r>
            <a:endParaRPr lang="en-US" sz="5450" dirty="0"/>
          </a:p>
        </p:txBody>
      </p:sp>
      <p:sp>
        <p:nvSpPr>
          <p:cNvPr id="4" name="Text 2"/>
          <p:cNvSpPr/>
          <p:nvPr/>
        </p:nvSpPr>
        <p:spPr>
          <a:xfrm>
            <a:off x="954524" y="2926080"/>
            <a:ext cx="201097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524" y="3244929"/>
            <a:ext cx="6260068" cy="22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4524" y="3391138"/>
            <a:ext cx="3016806" cy="37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Start Small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954524" y="3888819"/>
            <a:ext cx="6260068" cy="60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 with a minimal program without function definitions. Get it working correctly first.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415689" y="2926080"/>
            <a:ext cx="201097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689" y="3244929"/>
            <a:ext cx="6260187" cy="228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15689" y="3391138"/>
            <a:ext cx="3016806" cy="37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Encapsulate</a:t>
            </a:r>
            <a:endParaRPr lang="en-US" sz="2350" dirty="0"/>
          </a:p>
        </p:txBody>
      </p:sp>
      <p:sp>
        <p:nvSpPr>
          <p:cNvPr id="11" name="Text 7"/>
          <p:cNvSpPr/>
          <p:nvPr/>
        </p:nvSpPr>
        <p:spPr>
          <a:xfrm>
            <a:off x="7415689" y="3888819"/>
            <a:ext cx="6260187" cy="60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a coherent block of working code and wrap it into a function, giving it a descriptive name.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954524" y="4843820"/>
            <a:ext cx="201097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5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524" y="5142667"/>
            <a:ext cx="6260068" cy="228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4524" y="5308878"/>
            <a:ext cx="3016806" cy="37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Generalize</a:t>
            </a:r>
            <a:endParaRPr lang="en-US" sz="2350" dirty="0"/>
          </a:p>
        </p:txBody>
      </p:sp>
      <p:sp>
        <p:nvSpPr>
          <p:cNvPr id="15" name="Text 10"/>
          <p:cNvSpPr/>
          <p:nvPr/>
        </p:nvSpPr>
        <p:spPr>
          <a:xfrm>
            <a:off x="954524" y="5806559"/>
            <a:ext cx="6260068" cy="60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the function by adding parameters, making it more flexible and reusable for various scenarios.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7415689" y="4843820"/>
            <a:ext cx="201097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5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689" y="5142667"/>
            <a:ext cx="6260187" cy="228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15689" y="5308878"/>
            <a:ext cx="3016806" cy="37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Iterate &amp; Refine</a:t>
            </a:r>
            <a:endParaRPr lang="en-US" sz="2350" dirty="0"/>
          </a:p>
        </p:txBody>
      </p:sp>
      <p:sp>
        <p:nvSpPr>
          <p:cNvPr id="19" name="Text 13"/>
          <p:cNvSpPr/>
          <p:nvPr/>
        </p:nvSpPr>
        <p:spPr>
          <a:xfrm>
            <a:off x="7415689" y="5806559"/>
            <a:ext cx="6260187" cy="603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the process. Continuously look for opportunities to refactor and improve existing functions, even if they already work.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954524" y="6786682"/>
            <a:ext cx="12721352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iterative development plan allows for designing as you code, adapting to new insights and understanding.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45431" y="424458"/>
            <a:ext cx="2174677" cy="19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FUNCTION DESIGN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45431" y="799148"/>
            <a:ext cx="7739539" cy="1529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4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Interface vs. Implementation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445431" y="2833211"/>
            <a:ext cx="3720584" cy="2099786"/>
          </a:xfrm>
          <a:prstGeom prst="roundRect">
            <a:avLst>
              <a:gd name="adj" fmla="val 3484"/>
            </a:avLst>
          </a:prstGeom>
          <a:solidFill>
            <a:srgbClr val="FAF9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5431" y="2817971"/>
            <a:ext cx="3720584" cy="609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128" y="2649736"/>
            <a:ext cx="367070" cy="36707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2261" y="2759869"/>
            <a:ext cx="146804" cy="1468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582948" y="3139083"/>
            <a:ext cx="1835468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3582948" y="3490793"/>
            <a:ext cx="3445550" cy="36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"what": Defines how a function is used externally. This includes its name, parameters, and what it promises to do.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3582948" y="3967996"/>
            <a:ext cx="3445550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face of the function.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3582948" y="4194334"/>
            <a:ext cx="3445550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Focuses on usability and clarity.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3582948" y="4420672"/>
            <a:ext cx="3445550" cy="374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circle(radius)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it draws a circle with a given radius.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445431" y="5238750"/>
            <a:ext cx="3720584" cy="2107406"/>
          </a:xfrm>
          <a:prstGeom prst="roundRect">
            <a:avLst>
              <a:gd name="adj" fmla="val 3471"/>
            </a:avLst>
          </a:prstGeom>
          <a:solidFill>
            <a:srgbClr val="FAF9F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5431" y="5223510"/>
            <a:ext cx="3720584" cy="6096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2128" y="5055275"/>
            <a:ext cx="367070" cy="36707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2261" y="5165408"/>
            <a:ext cx="146804" cy="14680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3582948" y="5544622"/>
            <a:ext cx="1835468" cy="229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3582948" y="5896332"/>
            <a:ext cx="3445550" cy="36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"how": Details the internal workings of a function—the specific code that achieves the promised behavior.</a:t>
            </a:r>
            <a:endParaRPr lang="en-US" sz="950" dirty="0"/>
          </a:p>
        </p:txBody>
      </p:sp>
      <p:sp>
        <p:nvSpPr>
          <p:cNvPr id="19" name="Text 11"/>
          <p:cNvSpPr/>
          <p:nvPr/>
        </p:nvSpPr>
        <p:spPr>
          <a:xfrm>
            <a:off x="3582948" y="6373535"/>
            <a:ext cx="3445550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Hidden from the caller.</a:t>
            </a:r>
            <a:endParaRPr lang="en-US" sz="950" dirty="0"/>
          </a:p>
        </p:txBody>
      </p:sp>
      <p:sp>
        <p:nvSpPr>
          <p:cNvPr id="20" name="Text 12"/>
          <p:cNvSpPr/>
          <p:nvPr/>
        </p:nvSpPr>
        <p:spPr>
          <a:xfrm>
            <a:off x="3582948" y="6599873"/>
            <a:ext cx="3445550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change without affecting the interface.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3582948" y="6826210"/>
            <a:ext cx="3445550" cy="382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The internal code within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uses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polygon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arc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draw.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7472005" y="2622113"/>
            <a:ext cx="3720584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3445431" y="7621429"/>
            <a:ext cx="7739539" cy="183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well-designed function maintains a consistent interface, even if its implementation evolves.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2400" y="540187"/>
            <a:ext cx="3198257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DOCUMENTING YOUR CODE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102400" y="1141571"/>
            <a:ext cx="9290685" cy="84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50"/>
              </a:lnSpc>
              <a:buNone/>
            </a:pPr>
            <a:r>
              <a:rPr lang="en-US" sz="5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Importance of Docstrings</a:t>
            </a:r>
            <a:endParaRPr lang="en-US" sz="5300" dirty="0"/>
          </a:p>
        </p:txBody>
      </p:sp>
      <p:sp>
        <p:nvSpPr>
          <p:cNvPr id="4" name="Shape 2"/>
          <p:cNvSpPr/>
          <p:nvPr/>
        </p:nvSpPr>
        <p:spPr>
          <a:xfrm>
            <a:off x="1102400" y="2283262"/>
            <a:ext cx="12425482" cy="3355538"/>
          </a:xfrm>
          <a:prstGeom prst="roundRect">
            <a:avLst>
              <a:gd name="adj" fmla="val 2459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507" y="2188369"/>
            <a:ext cx="235625" cy="23562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7149" y="5498068"/>
            <a:ext cx="235625" cy="235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9820" y="2600682"/>
            <a:ext cx="11790640" cy="2720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polyline(n, length, angle):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"""Draws line segments with the given length and angle between them.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n: integer number of line segments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length: length of the line segments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angle: angle between segments (in degrees)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"""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for i in range(n):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forward(length)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left(angle)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102400" y="5859780"/>
            <a:ext cx="12425482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Docstrings are triple-quoted strings at the start of a function that succinctly explain its purpose, parameters, and expected behavior. They are crucial for interface design.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02400" y="6670119"/>
            <a:ext cx="1242548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Clarity: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Explains what the function does, not how it does it.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02400" y="7033498"/>
            <a:ext cx="1242548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Parameters: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Details the role and type of each parameter.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02400" y="7396877"/>
            <a:ext cx="1242548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Maintainability: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Makes code easier for others (and future you) to understand and use.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7817"/>
            <a:ext cx="33597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ENSURING ROBUST CODE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322308"/>
            <a:ext cx="11070550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Preconditions &amp; Postconditions</a:t>
            </a:r>
            <a:endParaRPr lang="en-US" sz="6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40687"/>
            <a:ext cx="6521410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77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Preconditions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020604" y="4336137"/>
            <a:ext cx="606778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Requirements that must be met by the caller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function executes. If violated, the bug is in the caller.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640687"/>
            <a:ext cx="6521410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2014" y="377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Postconditions</a:t>
            </a:r>
            <a:endParaRPr lang="en-US" sz="2650" dirty="0"/>
          </a:p>
        </p:txBody>
      </p:sp>
      <p:sp>
        <p:nvSpPr>
          <p:cNvPr id="9" name="Text 5"/>
          <p:cNvSpPr/>
          <p:nvPr/>
        </p:nvSpPr>
        <p:spPr>
          <a:xfrm>
            <a:off x="7542014" y="4336137"/>
            <a:ext cx="6067782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Guarantees made by the function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its execution. Includes intended effects and any side effects.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93790" y="5725239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pre- and postconditions define the "contract" between a function and its caller, making debugging significantly easier.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6320552"/>
            <a:ext cx="13042821" cy="1281232"/>
          </a:xfrm>
          <a:prstGeom prst="roundRect">
            <a:avLst>
              <a:gd name="adj" fmla="val 7436"/>
            </a:avLst>
          </a:prstGeom>
          <a:solidFill>
            <a:srgbClr val="C6E4E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649403"/>
            <a:ext cx="283488" cy="22681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6604040"/>
            <a:ext cx="1207889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Debugging Tip: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If preconditions are met but postconditions are not, the bug is within the function itself. If preconditions are violated, the issue lies with how the function was called.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023" y="592455"/>
            <a:ext cx="519803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 GUIDED APPROACH TO PROGRAMMING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54023" y="1252180"/>
            <a:ext cx="9533692" cy="929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00"/>
              </a:lnSpc>
              <a:buNone/>
            </a:pPr>
            <a:r>
              <a:rPr lang="en-US" sz="5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Iterative Development Cycle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002512" y="2853928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Start Small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54023" y="3319701"/>
            <a:ext cx="3941683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Begin with a minimal, working program. Prioritize core functionality before expanding.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8842" y="2504361"/>
            <a:ext cx="4592717" cy="459271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9588" y="3324344"/>
            <a:ext cx="322302" cy="3223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4694" y="2853928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Encapsulate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9934694" y="3319701"/>
            <a:ext cx="3941683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coherent blocks of code into named functions to improve readability and modularity.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842" y="2504361"/>
            <a:ext cx="4592717" cy="4592717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9035" y="3715107"/>
            <a:ext cx="322302" cy="3223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4694" y="5311854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Generalize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9934694" y="5777627"/>
            <a:ext cx="3941683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Introduce parameters to functions, making them flexible and reusable across different contexts.</a:t>
            </a:r>
            <a:endParaRPr lang="en-US" sz="16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8842" y="2504361"/>
            <a:ext cx="4592717" cy="4592717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8272" y="5954554"/>
            <a:ext cx="322302" cy="32230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002512" y="5311854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Iterate &amp; Refine</a:t>
            </a:r>
            <a:endParaRPr lang="en-US" sz="2100" dirty="0"/>
          </a:p>
        </p:txBody>
      </p:sp>
      <p:sp>
        <p:nvSpPr>
          <p:cNvPr id="17" name="Text 9"/>
          <p:cNvSpPr/>
          <p:nvPr/>
        </p:nvSpPr>
        <p:spPr>
          <a:xfrm>
            <a:off x="754023" y="5777627"/>
            <a:ext cx="3941683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review and improve code, seeking opportunities for further refactoring and optimization.</a:t>
            </a:r>
            <a:endParaRPr lang="en-US" sz="16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8842" y="2504361"/>
            <a:ext cx="4592717" cy="4592717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38825" y="5563791"/>
            <a:ext cx="322302" cy="32230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4023" y="7339370"/>
            <a:ext cx="1312235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cyclical approach fosters a flexible development process, allowing design decisions to evolve with deeper understanding.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2026-01-15T05:25:31Z</dcterms:created>
  <dcterms:modified xsi:type="dcterms:W3CDTF">2026-01-15T05:25:31Z</dcterms:modified>
</cp:coreProperties>
</file>