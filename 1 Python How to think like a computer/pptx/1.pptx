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Host Grotesk Medium" panose="020B0604020202020204" charset="0"/>
      <p:regular r:id="rId13"/>
    </p:embeddedFont>
    <p:embeddedFont>
      <p:font typeface="Roboto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070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93375"/>
            <a:ext cx="6403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Mastering Python Basics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55783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Unlock the fundamentals of Python programming, from data types to operators, and lay the groundwork for your coding journey. This guide is crafted for beginner programmers like you!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49742"/>
            <a:ext cx="1223843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9878" y="1817727"/>
            <a:ext cx="95166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48614"/>
            <a:ext cx="883265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Strings and Operators: The Building Blocks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3155752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Python, strings are sequences of characters. They can be manipulated using various operators to create new strings or extract information.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091226"/>
            <a:ext cx="4196358" cy="2388513"/>
          </a:xfrm>
          <a:prstGeom prst="roundRect">
            <a:avLst>
              <a:gd name="adj" fmla="val 6125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091226"/>
            <a:ext cx="121920" cy="2388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2524" y="4348520"/>
            <a:ext cx="28761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Concatenation with '+'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42524" y="4838938"/>
            <a:ext cx="3590330" cy="1383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Join two or more strings together to form a single string.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'Well, ' + "it's a small " + 'world.'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results in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"Well, it's a small world."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4091226"/>
            <a:ext cx="4196358" cy="2388513"/>
          </a:xfrm>
          <a:prstGeom prst="roundRect">
            <a:avLst>
              <a:gd name="adj" fmla="val 6125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4091226"/>
            <a:ext cx="121920" cy="23885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65696" y="4348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Repetition with '*'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565696" y="4838938"/>
            <a:ext cx="3590330" cy="103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multiple copies of a string.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'Spam, ' * 4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produces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'Spam, Spam, Spam, Spam, '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4091226"/>
            <a:ext cx="4196358" cy="2388513"/>
          </a:xfrm>
          <a:prstGeom prst="roundRect">
            <a:avLst>
              <a:gd name="adj" fmla="val 6125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4091226"/>
            <a:ext cx="121920" cy="238851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88868" y="4348520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Length with </a:t>
            </a:r>
            <a:r>
              <a:rPr lang="en-US" sz="2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988868" y="4861798"/>
            <a:ext cx="3590330" cy="103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returns the number of characters in a string.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len('Spam')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gives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4273"/>
            <a:ext cx="848558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Understanding Python's Core Data Types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74877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value in Python has a specific "type" that defines its characteristics and how it can be used. Recognizing these types is fundamental to writing correct code.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743789" y="4492228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Integer (</a:t>
            </a:r>
            <a:r>
              <a:rPr lang="en-US" sz="2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005507"/>
            <a:ext cx="3785235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Whole numbers, positive or negative, without a decimal point. Example: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810351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7717" y="4922996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3180874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Floating-Point (</a:t>
            </a:r>
            <a:r>
              <a:rPr lang="en-US" sz="2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)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3694152"/>
            <a:ext cx="3898821" cy="102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Numbers with fractional parts, represented with a decimal point. Example: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42.0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810351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4326" y="3539371"/>
            <a:ext cx="339328" cy="339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7790" y="5803463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String (</a:t>
            </a:r>
            <a:r>
              <a:rPr lang="en-US" sz="2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)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37790" y="6316742"/>
            <a:ext cx="3898821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Sequences of characters enclosed in quotes. Example: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'Hello'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810351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44326" y="6306622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6087"/>
            <a:ext cx="8500705" cy="605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</a:t>
            </a:r>
            <a:r>
              <a:rPr lang="en-US" sz="3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type()</a:t>
            </a: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Function and Type Conversion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34791"/>
            <a:ext cx="13042821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provides the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to inspect the type of any value. You can also convert values between types using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12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Checking Types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893463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type(2)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returns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20540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type(42.0)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returns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47617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type('Hello, World!')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returns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312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Converting Types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893463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int(42.9)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converts to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(rounds down)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320540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float(42)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converts to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42.0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747617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int('126')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converts string to integer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174694"/>
            <a:ext cx="624470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float('12.6')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converts string to float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856923"/>
            <a:ext cx="13042821" cy="1296472"/>
          </a:xfrm>
          <a:prstGeom prst="roundRect">
            <a:avLst>
              <a:gd name="adj" fmla="val 7348"/>
            </a:avLst>
          </a:prstGeom>
          <a:solidFill>
            <a:srgbClr val="C6E4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185773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6140410"/>
            <a:ext cx="12078891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Remember: a sequence of digits in quotes, like </a:t>
            </a:r>
            <a:r>
              <a:rPr lang="en-US" sz="1750" dirty="0">
                <a:solidFill>
                  <a:srgbClr val="000000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'126'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is a string, not a number! Attempting arithmetic operations with incorrect types will result in a </a:t>
            </a:r>
            <a:r>
              <a:rPr lang="en-US" sz="1750" dirty="0">
                <a:solidFill>
                  <a:srgbClr val="000000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45193"/>
            <a:ext cx="1565077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9878" y="1613178"/>
            <a:ext cx="1292900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44065"/>
            <a:ext cx="611147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Formal vs. Natural Languages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951202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 distinction between these language types is crucial for effective programming.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5465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8860" y="35890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530906" y="358902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Natural Languages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530906" y="4150400"/>
            <a:ext cx="564249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Evolved naturally (e.g., English, Spanish)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530906" y="4569857"/>
            <a:ext cx="564249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of ambiguity and redundancy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530906" y="4989314"/>
            <a:ext cx="564249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Context-dependent meaning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530906" y="5408771"/>
            <a:ext cx="564249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Literalness is rare (idioms, metaphors)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56884" y="35465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41955" y="35890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8194000" y="358902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Formal Languages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8194000" y="4150400"/>
            <a:ext cx="564261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by people for specific applications (e.g., Python, math notation)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194000" y="4910018"/>
            <a:ext cx="564261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Nearly or completely unambiguous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194000" y="5329476"/>
            <a:ext cx="564261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Meaning is exact, regardless of context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194000" y="5748933"/>
            <a:ext cx="564261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literal in interpretation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93790" y="6344245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Python, as a formal language, requires precision. Small errors can lead to big problems!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0832"/>
            <a:ext cx="988206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Art of Debugging: Finding and Fixing Errors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911435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Programming errors, or "bugs," are inevitable. Debugging is the process of tracking them down and correcting them. It's a fundamental skill for any programmer.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46909"/>
            <a:ext cx="4196358" cy="18965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073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Identify the Bug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564142"/>
            <a:ext cx="374273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Recognize when your code isn't doing what you expect.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846909"/>
            <a:ext cx="4196358" cy="18965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43776" y="4073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Locate the Error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443776" y="4564142"/>
            <a:ext cx="374273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error messages and careful inspection to pinpoint the source.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846909"/>
            <a:ext cx="4196358" cy="18965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66948" y="4073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Correct and Test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866948" y="4564142"/>
            <a:ext cx="374273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a fix and verify that the problem is resolved.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93790" y="5998607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Embrace debugging as a learning opportunity. It builds resilience and problem-solving abilities far beyond coding.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570</Words>
  <Application>Microsoft Office PowerPoint</Application>
  <PresentationFormat>Custom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Host Grotesk Medium</vt:lpstr>
      <vt:lpstr>Consolas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Nirasha Nichang</cp:lastModifiedBy>
  <cp:revision>3</cp:revision>
  <dcterms:created xsi:type="dcterms:W3CDTF">2026-01-15T03:19:45Z</dcterms:created>
  <dcterms:modified xsi:type="dcterms:W3CDTF">2026-01-15T06:33:05Z</dcterms:modified>
</cp:coreProperties>
</file>